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to the services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{client}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Prepared for {cli</a:t>
            </a:r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ent} on {date}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services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Risk advice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Claims support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657600"/>
            <a:ext cx="1828800" cy="1828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slide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0" y="6400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</dc:title>
  <dc:subject>PptxGenJS Presentation</dc:subject>
  <dc:creator>PptxGenJS</dc:creator>
  <cp:lastModifiedBy>PptxGenJS</cp:lastModifiedBy>
  <cp:revision>1</cp:revision>
  <dcterms:created xsi:type="dcterms:W3CDTF">2026-10-13T07:33:58Z</dcterms:created>
  <dcterms:modified xsi:type="dcterms:W3CDTF">2026-10-13T07:33:58Z</dcterms:modified>
</cp:coreProperties>
</file>